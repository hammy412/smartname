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Merriweath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4ac80e8a2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4ac80e8a2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4ac80e8a2_0_2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4ac80e8a2_0_2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4ac80e8a2_0_2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4ac80e8a2_0_2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4ac80e8a2_0_2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4ac80e8a2_0_2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392845c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392845c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Internship Experience: Application Developer at Florida Blue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Aidan Hamilton, ‘26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Internship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28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Company</a:t>
            </a:r>
            <a:r>
              <a:rPr lang="en"/>
              <a:t>: Florida Blue</a:t>
            </a:r>
            <a:endParaRPr/>
          </a:p>
          <a:p>
            <a:pPr indent="-29321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Health Insurance company operating under Blue Cross Blue Shield</a:t>
            </a:r>
            <a:endParaRPr/>
          </a:p>
          <a:p>
            <a:pPr indent="-3049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Location: </a:t>
            </a:r>
            <a:r>
              <a:rPr lang="en"/>
              <a:t>Remote (Company based in Jacksonville, Florida)</a:t>
            </a:r>
            <a:endParaRPr/>
          </a:p>
          <a:p>
            <a:pPr indent="-3049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Position</a:t>
            </a:r>
            <a:r>
              <a:rPr lang="en"/>
              <a:t>: Application Developer Intern</a:t>
            </a:r>
            <a:endParaRPr/>
          </a:p>
          <a:p>
            <a:pPr indent="-3049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Pay: </a:t>
            </a:r>
            <a:r>
              <a:rPr lang="en"/>
              <a:t>$22 per hour</a:t>
            </a:r>
            <a:endParaRPr/>
          </a:p>
          <a:p>
            <a:pPr indent="-3049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Duration + Hours: </a:t>
            </a:r>
            <a:r>
              <a:rPr lang="en"/>
              <a:t>May 2025 - August 2025, 40 hours per week</a:t>
            </a:r>
            <a:endParaRPr/>
          </a:p>
          <a:p>
            <a:pPr indent="-29321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My internship was extended, and I am currently working as an intern part-time, 20 hours per week during the semester.</a:t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775" y="3265100"/>
            <a:ext cx="3020200" cy="169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 Obtained the Internship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Applied to the position on LinkedIn during the fall semester of last year.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Interviewed in late October and </a:t>
            </a:r>
            <a:r>
              <a:rPr lang="en"/>
              <a:t>received</a:t>
            </a:r>
            <a:r>
              <a:rPr lang="en"/>
              <a:t> an offer during November.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Interview: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There were multiple representatives from their IT and HR teams in a panel-style interview.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Asked about my experience at college and project work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Wasn’t too technical, mostly focused on my experience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027" y="3758729"/>
            <a:ext cx="3774500" cy="116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Internship Experience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644675" y="500925"/>
            <a:ext cx="4166400" cy="31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Assigned as a developer on an AI project designed to automate the processing of vendor invoices from CPB mailbox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Utilized Python and Llama LLM to automate the extraction, classification, and routing of invoice data to reduce manual effort and accelerate processing time.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Gained experience with deployment technologies including Jenkins and Openshift for CI/CD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900" y="3615825"/>
            <a:ext cx="1375275" cy="13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4200" y="3562225"/>
            <a:ext cx="1073625" cy="148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0861" y="3539625"/>
            <a:ext cx="1430213" cy="15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I’ve Gained From This Experience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Practical experience in the field of software development, especially in areas not covered as in depth in school (for example, deployment)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Connections to other professionals in the </a:t>
            </a:r>
            <a:r>
              <a:rPr lang="en"/>
              <a:t>field</a:t>
            </a:r>
            <a:r>
              <a:rPr lang="en"/>
              <a:t> at my company, in multiple different areas including DevOps, Application Development, Testers/Analysts, etc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Confidence in my abilities, especially when learning that my internship was going to be extended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